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12.046581187371338</c:v>
                </c:pt>
                <c:pt idx="1">
                  <c:v>11.905535603931195</c:v>
                </c:pt>
                <c:pt idx="2">
                  <c:v>10.857185131194342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14.97572487681616</c:v>
                </c:pt>
                <c:pt idx="1">
                  <c:v>14.462438864444218</c:v>
                </c:pt>
                <c:pt idx="2">
                  <c:v>13.147012521086127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case, trustee revised mandate and all three analytical workstreams. Architecture is an illustrative vector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Group-selected principal 2,400 Beta, 1,200 Gamma, 2,400 Delta. Net equity after fee 6,209,562.44; hurdle 4.7951%; 2025 cash 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Principal cash retained after 2023 132k; 2024 264k; 2025 396k; 2026 480k; 2027 564k.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All three models use the common sample covariance for displayed risk: Sample MV 12.0466%/14.9757%; Single Index 11.9055%/14.4624%; Minimum Variance 10.8572%/13.1470%. Single Index is optimized with its own covariance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Source-derived utility frozen 0.053328704612, reoptimized 0.053328717792, gain 1.31799698794e-08. Bars cannot communicate this tiny utility difference faithfully. A*=8.938687 is a pairwise fixed-policy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frozen policy equity base $6,229,246.75, not revised principal $6,209,562.44. Actual archived Yahoo stock prices, 752 common dates, 36 month-end observations, 10bp initial fee, unchanged shares.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Group-proposed (not trustee-authorized) 12% early warning and 15% review based on rolling withdrawal-adjusted returns.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Group-recommended principal matching with preserved Sample MV weights; proposed policy is not trustee-approved. University acceptance and actual personal confirmations remain separate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2380976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795760" y="1380744"/>
            <a:ext cx="5660136" cy="81473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22165" y="4313773"/>
            <a:ext cx="962223" cy="5214274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85743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28366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85743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628366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185743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628366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984388" y="2114001"/>
            <a:ext cx="962223" cy="741404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47966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90589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147966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90589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147966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590589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059814" y="3417570"/>
            <a:ext cx="962223" cy="61104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23392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666014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3392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666014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23392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666014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135240" y="1706636"/>
            <a:ext cx="962223" cy="7821411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98818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41440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98818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41440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98818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41440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67267" y="4069354"/>
            <a:ext cx="962223" cy="5458693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30845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73468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30845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468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30845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468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95760" y="9039209"/>
            <a:ext cx="5660136" cy="488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62110" y="5145877"/>
            <a:ext cx="1022847" cy="404384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93599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0650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3599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0650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93599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0650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84957" y="3439881"/>
            <a:ext cx="1022847" cy="5749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95884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2935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95884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2935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95884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2935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928140" y="4450842"/>
            <a:ext cx="1022847" cy="47388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10202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7253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0202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7253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0202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57253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71323" y="3123956"/>
            <a:ext cx="1022847" cy="6065763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4520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571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4520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1571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4520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1571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74674" y="4956322"/>
            <a:ext cx="1022847" cy="423339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4855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1906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4855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1906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4855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1906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521440" y="8810609"/>
            <a:ext cx="6016752" cy="379110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33716" y="3942527"/>
            <a:ext cx="840973" cy="149815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776681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163529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776681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163529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76681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63529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74689" y="3310493"/>
            <a:ext cx="840973" cy="213018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17655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004503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17655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004503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17655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004503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414601" y="3685032"/>
            <a:ext cx="840973" cy="175564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557567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944415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57567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944415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557567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944415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354513" y="3193450"/>
            <a:ext cx="840973" cy="2247229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7478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884326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497478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84326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497478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884326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343894" y="3872301"/>
            <a:ext cx="840973" cy="1568378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86859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707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86859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707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486859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873707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35840" y="5300228"/>
            <a:ext cx="4946904" cy="14045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300216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6291072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7086600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7077456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43584" y="7863840"/>
            <a:ext cx="908913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25880" y="8092440"/>
            <a:ext cx="9162288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Gain: +0.00000001318 in utility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Original $6.229m equity base, not revised $6.210m. Monthly returns, 2023–25.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Our proposed review rules still require trustee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6688" y="5146608"/>
            <a:ext cx="1293327" cy="4061399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46553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1484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6553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41484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6553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1484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20015" y="3433206"/>
            <a:ext cx="1293327" cy="577480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3988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3481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3988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3481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3988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481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5499" y="4448556"/>
            <a:ext cx="1293327" cy="4759452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85364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0295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85364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80295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85364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80295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0982" y="3115909"/>
            <a:ext cx="1293327" cy="6092098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3084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2577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084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2577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3084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2577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32544" y="4956230"/>
            <a:ext cx="1293327" cy="425177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52409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7340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52409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7340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52409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7340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" y="8827251"/>
            <a:ext cx="7607808" cy="38075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